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858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9224"/>
            <a:ext cx="6858000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  <a:latin typeface="Arial"/>
              </a:rPr>
              <a:t>POLÍCIA MILITAR E CORPO DE BOMBEIROS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080"/>
                </a:solidFill>
                <a:latin typeface="Arial"/>
              </a:rPr>
              <a:t>ESTADO DO AMAPÁ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94360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943600" cy="4572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APROVADO HOJE — 26/03/2026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5943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2ECC71"/>
                </a:solidFill>
                <a:latin typeface="Arial"/>
              </a:rPr>
              <a:t>MP 1.326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8211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24,32% DE REAJUSTE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3075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080"/>
                </a:solidFill>
                <a:latin typeface="Arial"/>
              </a:rPr>
              <a:t>para PMs e Bombeiros dos ex-territórios · Amapá incluído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224528"/>
            <a:ext cx="41148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Arial"/>
              </a:rPr>
              <a:t>+ A PEC 47 vem logo atrás.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6460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Dep. Federal Acácio Favacho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303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080"/>
                </a:solidFill>
                <a:latin typeface="Arial"/>
              </a:rPr>
              <a:t>Relator da PEC 47 na CCJC · MDB/Amapá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70448"/>
            <a:ext cx="5943600" cy="5742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870448"/>
            <a:ext cx="54864" cy="5742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989320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O QUE ACONTECEU HOJE — DIRETO AO PONTO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5715000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Hoje, 26 de março de 2026, a Câmara dos Deputados aprovou
a Medida Provisória 1.326/2025.
O relator, Dep. Rafael Prudente (MDB-DF), incluiu no texto:
· 24,32% de reajuste para PMs e Bombeiros dos ex-territórios
  (Amapá, Roraima e Rondônia)
· Inclusão em quadros em extinção da União — reconhecendo
  o vínculo com o Governo Federal
· Isonomia salarial para professores pioneiros dos ex-territórios
A MP foi ao Senado. Precisam aprovar até maio de 2026.
E a PEC 47 — que Acácio Favacho relata na CCJC —
vai completar o que a MP começou: reconhecimento
permanente e constitucional do vínculo federal de vocês.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Arial"/>
              </a:rPr>
              <a:t>O QUE O AMAPÁ GANHOU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MP 1.326 aprovada na Câmara
O que muda para vocês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55648"/>
            <a:ext cx="411480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5943600" cy="22128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5943600" cy="4572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2140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REAJUSTE DE 24,32%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70048"/>
            <a:ext cx="5715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Para policiais militares e bombeiros militares
dos ex-territórios federais — incluindo o Amapá.
· 11,5% em dezembro de 2025 (já pago)
· 11,5% em janeiro de 2026 (já pago)
· Total acumulado: 24,32%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70832"/>
            <a:ext cx="5943600" cy="17190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370832"/>
            <a:ext cx="5943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70832"/>
            <a:ext cx="54864" cy="17190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443984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RECONHECIMENTO DO VÍNCULO FEDERAL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873752"/>
            <a:ext cx="5715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Rafael Prudente incluiu na MP a inclusão em quadros em extinção da União para quem mantinha vínculo com a administração dos ex-territórios. Seu vínculo com a União começa a ser reconhecido por lei.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163056"/>
            <a:ext cx="5943600" cy="17190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163056"/>
            <a:ext cx="5943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163056"/>
            <a:ext cx="54864" cy="17190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23620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ISONOMIA PARA PROFESSORES PIONEIROS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665976"/>
            <a:ext cx="5715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Professores que atuaram nos ex-territórios também ganham isonomia salarial. Mais uma demanda histórica atendida.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7955279"/>
            <a:ext cx="5943600" cy="17190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7955279"/>
            <a:ext cx="5943600" cy="36576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7955279"/>
            <a:ext cx="54864" cy="1719072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8028431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C38"/>
                </a:solidFill>
                <a:latin typeface="Arial"/>
              </a:rPr>
              <a:t>O QUE AINDA FALTA — URGENTE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8458200"/>
            <a:ext cx="5715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 MP foi aprovada na Câmara. Agora o Senado precisa aprovar antes de maio de 2026 — senão perde validade. E a PEC 47 ainda precisa de 308 votos na Câmara para o reconhecimento constitucional permanente.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A LUTA QUE VEM DE LONGE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Por que essa demanda existe
e por que demorou décadas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5564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93392"/>
            <a:ext cx="5943600" cy="19019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93392"/>
            <a:ext cx="54864" cy="1901952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48256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C38"/>
                </a:solidFill>
                <a:latin typeface="Arial"/>
              </a:rPr>
              <a:t>ANTES DE 1991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96312"/>
            <a:ext cx="57150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PMs, Bombeiros e servidores do Amapá eram funcionários da União. Vinculados diretamente ao Governo Federal — com todos os direitos que isso implica.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68496"/>
            <a:ext cx="5943600" cy="19019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68496"/>
            <a:ext cx="54864" cy="1901952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23359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C38"/>
                </a:solidFill>
                <a:latin typeface="Arial"/>
              </a:rPr>
              <a:t>1991 — AMAPÁ VIRA ESTADO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471416"/>
            <a:ext cx="57150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Na transição, os vínculos ficaram mal resolvidos. Nem federal com direitos plenos, nem estadual com equiparação. Décadas de insegurança jurídica.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943600"/>
            <a:ext cx="5943600" cy="19019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54864" cy="1901952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998464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080"/>
                </a:solidFill>
                <a:latin typeface="Arial"/>
              </a:rPr>
              <a:t>2004–2018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46520"/>
            <a:ext cx="57150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Emendas Constitucionais 60, 79 e 98 tentaram resolver. Cada uma encontrou novos entraves administrativos e judiciais.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7918704"/>
            <a:ext cx="5943600" cy="19019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7918704"/>
            <a:ext cx="54864" cy="19019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797356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SETEMBRO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8421624"/>
            <a:ext cx="57150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Senado aprova a PEC 47 por unanimidade — zero votos contra.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9893808"/>
            <a:ext cx="5943600" cy="19019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9893808"/>
            <a:ext cx="54864" cy="19019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994867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MARÇO 2026 — HOJE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10396728"/>
            <a:ext cx="57150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MP 1.326 aprovada na Câmara com reajuste de 24,32% para ex-territórios. Acácio nomeado relator da PEC 47 na CCJC.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MP 1.326 × PEC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Dois instrumentos.
Os dois importam para vocês.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5564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5943600" cy="4645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5943600" cy="4572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21408"/>
            <a:ext cx="5715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MP 1.326 — APROVADA HOJE NA CÂMARA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3347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O que é: Medida Provisória do Executivo Federal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9923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Relator: Rafael Prudente (MDB-DF)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6499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O que garante: 24,32% de reajuste para ex-territórios (AP, RR, 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3075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Status: Câmara aprovou hoje → Senado precisa aprovar até maio/2026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09651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Ponto forte: reajuste imediato — já pago em dez/2025 e jan/2026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46227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Ponto fraco: é temporária — pode não ser renovada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839712"/>
            <a:ext cx="5943600" cy="4645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839712"/>
            <a:ext cx="5943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839712"/>
            <a:ext cx="54864" cy="4645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931152"/>
            <a:ext cx="5715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00"/>
                </a:solidFill>
                <a:latin typeface="Arial"/>
              </a:rPr>
              <a:t>PEC 47 — NA CCJC DA CÂMARA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7443216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O que é: Proposta de Emenda Constitucional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7808975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Relator: Acácio Favacho (MDB/AP) — nomeado em 06/03/2026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8174736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O que garante: reconhecimento constitucional do vínculo federal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40496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Para quem: PMs, Bombeiros dos ex-territórios até outubro de 1998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8906256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Status: CCJC da Câmara — Acácio elabora o parecer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9272016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  · Ponto forte: Emenda Constitucional — PERMANENTE. Ninguém revoga.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ANTES × DEPOIS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 realidade do PM e do Bombeiro
do Amapá. O que está mudando.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5564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5943600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5943600" cy="36576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66543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C38"/>
                </a:solidFill>
                <a:latin typeface="Arial"/>
              </a:rPr>
              <a:t>SEM AS MUDANÇAS — COMO 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36576" cy="47548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87168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✗  Vínculo com a União mal reconhecido — insegurança jurídica constante.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53512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53512"/>
            <a:ext cx="36576" cy="47548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17520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✗  Salários defasados sem mecanismo de recomposição garantido.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83864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83864"/>
            <a:ext cx="36576" cy="47548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547872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✗  Direitos previdenciários diferentes dos colegas de outros estados.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14215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14215"/>
            <a:ext cx="36576" cy="47548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078224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✗  Disputas judiciais que se arrastam por anos sem solução.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81728"/>
            <a:ext cx="5943600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81728"/>
            <a:ext cx="5943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71830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Arial"/>
              </a:rPr>
              <a:t>COM A MP + PEC — O QUE ESTÁ MUDANDO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11496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11496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175504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MP aprovada hoje: 24,32% de reajuste — já pago! Amapá incluído.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41848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641848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705856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Reconhecimento do vínculo federal incluído na MP — por lei.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72200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172200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236208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Isonomia para professores pioneiros garantida.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702552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6702552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766560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PEC 47 em andamento: reconhecimento constitucional definitivo.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7232904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7232904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7296912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Acácio Favacho, relator da PEC, está aqui com vocês.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DEP. ACÁCIO FAVACHO · MDB/AMAPÁ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O que ele está fazendo
pela tropa do Amapá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5564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5943600" cy="16276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5943600" cy="4572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2140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RELATOR DA PEC 47 NA CCJC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33472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Nomeado em 06/03/2026 · O parecer passa pela mão dele.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99232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Se ele apresenta parecer favorável → PEC vai a plenário.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22191"/>
            <a:ext cx="5943600" cy="2468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54864" cy="24688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877055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O QUE ELE FAZ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297679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Elabora o parecer técnico da PEC 47 na CCJC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73167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Articula os 308 votos necessários para aprovação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248655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Defende que o texto seja aprovado como veio do Senado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724144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Leva a voz de vocês — PMs e Bombeiros do Amapá — para dentro da Câmara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64224"/>
            <a:ext cx="5943600" cy="2468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364224"/>
            <a:ext cx="54864" cy="2468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41908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JÁ FEZ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839712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Apoiou a MP 1.326 — que trouxe o reajuste de 24,32%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7315200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Reunião com Câmara Municipal de Macapá em mar/2026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7790688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Reunião com PMs e Bombeiros do Amapá em 26/03/2026 (hoje!)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8266176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Sessão solene na Câmara com Davi Alcolumbre em 05/03/2026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8906256"/>
            <a:ext cx="5943600" cy="19933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8906256"/>
            <a:ext cx="54864" cy="1993392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896112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80"/>
                </a:solidFill>
                <a:latin typeface="Arial"/>
              </a:rPr>
              <a:t>AINDA PRECISA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381744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Construir parecer que responda ao impacto fiscal de R$8B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9857232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Garantir que o texto não seja alterado — senão volta ao Senado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10332720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Conquistar 308 votos em 2 turnos no plenário da Câmara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OS NÚMEROS — AMAPÁ EM FOCO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O que você precisa saber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8132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47088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47088"/>
            <a:ext cx="54864" cy="15727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20240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ECC71"/>
                </a:solidFill>
                <a:latin typeface="Arial"/>
              </a:rPr>
              <a:t>24,32%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80720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reajuste para PMs/Bombeiros dos ex-territórios — aprovado hoje.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93008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93008"/>
            <a:ext cx="54864" cy="157276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66160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6B00"/>
                </a:solidFill>
                <a:latin typeface="Arial"/>
              </a:rPr>
              <a:t>308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45312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votos necessários na Câmara para aprovar a PEC 47 em 2 turnos.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38928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54864" cy="157276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212080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3C38"/>
                </a:solidFill>
                <a:latin typeface="Arial"/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09904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anos que PMs e Bombeiros do Amapá esperam reconhecimento federal.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784848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784848"/>
            <a:ext cx="54864" cy="157276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858000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3C38"/>
                </a:solidFill>
                <a:latin typeface="Arial"/>
              </a:rPr>
              <a:t>R$8B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774496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impacto fiscal estimado da PEC — principal obstáculo político.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8430768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8430768"/>
            <a:ext cx="54864" cy="15727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8503920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ECC71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939088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votos contra a PEC 47 no Senado. Aprovada por unanimidade.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0076688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10076688"/>
            <a:ext cx="54864" cy="157276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10149840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6B00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1103680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relator da PEC 47 na Câmara. É o Acácio Favacho — do Amapá.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O QUE VOCÊS PODEM FAZER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Sua força importa.
O Amapá precisa agir agora.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5564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93392"/>
            <a:ext cx="5943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Arial"/>
              </a:rPr>
              <a:t>A MP passou. Agora o Senado precisa aprovar antes de maio. E a PEC 47 precisa de 308 votos na Câmara. Cada PM e Bombeiro do Amapá é parte dessa luta.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07792"/>
            <a:ext cx="5943600" cy="17190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07792"/>
            <a:ext cx="54864" cy="1719072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962656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C38"/>
                </a:solidFill>
                <a:latin typeface="Arial"/>
              </a:rPr>
              <a:t>PRESSIONE O SENADO AGORA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10712"/>
            <a:ext cx="5715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 MP 1.326 precisa do Senado antes de maio. Contate senadores do Amapá pedindo aprovação urgente. Isso é o mais urgente hoje.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81728"/>
            <a:ext cx="5943600" cy="17190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681728"/>
            <a:ext cx="54864" cy="17190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73659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ORGANIZE A CORPORAÇÃO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184648"/>
            <a:ext cx="5715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Uma nota coletiva de PMs e Bombeiros do Amapá apoiando a PEC 47 chega como pressão documentada aos 308 deputados que precisam votar sim.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5664"/>
            <a:ext cx="5943600" cy="17190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455664"/>
            <a:ext cx="54864" cy="1719072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80"/>
                </a:solidFill>
                <a:latin typeface="Arial"/>
              </a:rPr>
              <a:t>CONECTE COM RR E 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958584"/>
            <a:ext cx="5715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PMs e Bombeiros de Amapá, Roraima e Rondônia unidos criam pressão de três estados — muito maior do que um deputado sozinho consegue.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8229600"/>
            <a:ext cx="5943600" cy="17190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8229600"/>
            <a:ext cx="54864" cy="17190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8284464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PASSE A INFORMAÇÃO PARA FRENTE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732520"/>
            <a:ext cx="5715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Cada colega que souber do reajuste de 24,32% e da PEC 47 vira um aliado. Não deixe a notícia de hoje passar em branco na corporação.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0003536"/>
            <a:ext cx="5943600" cy="17190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0003536"/>
            <a:ext cx="54864" cy="1719072"/>
          </a:xfrm>
          <a:prstGeom prst="rect">
            <a:avLst/>
          </a:prstGeom>
          <a:solidFill>
            <a:srgbClr val="3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10058400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9EFF"/>
                </a:solidFill>
                <a:latin typeface="Arial"/>
              </a:rPr>
              <a:t>ESTEJA PRESENTE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10506456"/>
            <a:ext cx="5715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Quando a PEC for a plenário, representantes do Amapá em Brasília enviam a mensagem mais forte possível para os 308 deputados.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34088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  <a:latin typeface="Arial"/>
              </a:rPr>
              <a:t>ACÁCIO FAVACHO · MDB/AMAPÁ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87552"/>
            <a:ext cx="5943600" cy="4133087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54864" cy="4133087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1556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Arial"/>
              </a:rPr>
              <a:t>Para cada PM e Bombeiro do Amapá: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Arial"/>
              </a:rPr>
              <a:t>"Hoje foi um dia importante para vocês.
A MP 1.326 foi aprovada. O reajuste de 24,32% foi confirmado.
O vínculo com a União começa a ser reconhecido por lei.
Mas a MP é temporária. A PEC 47 é o que garante para sempre.
E eu estou na cadeira de relator dessa PEC.
Recebi hoje os dois pedidos de vocês:
Aprovar o texto sem alterar. E garantir que quem foi
para a reserva fica onde está — com seus direitos reconhecidos.
Podem contar comigo."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285232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46811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00"/>
                </a:solidFill>
                <a:latin typeface="Arial"/>
              </a:rPr>
              <a:t>Dep. Federal Acácio Favacho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3387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080"/>
                </a:solidFill>
                <a:latin typeface="Arial"/>
              </a:rPr>
              <a:t>Relator da PEC 47 · CCJC · MDB/AP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65392"/>
            <a:ext cx="5943600" cy="501091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565392"/>
            <a:ext cx="54864" cy="5010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69340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RESUMO — AMAPÁ EM FOCO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7150607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24,32% de reajuste para PMs/Bombeiros do Amapá — aprovado hoje na Câmara.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7626096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MP vai ao Senado — precisa ser aprovada antes de maio de 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8101583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Rafael Prudente incluiu reconhecimento do vínculo federal na MP.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567928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PEC 47: Acácio Favacho é o relator na CCJC da Câmara.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9043416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Dois pedidos recebidos: aprovar sem alterar + reserva reconhecida.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9509760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Precisam de: 308 votos na Câmara em 2 turnos para a PEC.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9985248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O que fazer agora: pressionar o Senado + organizar a corporação.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177747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JAM 360 IA | MegaDreams Digital | Dep. Federal Acácio Favacho · MDB/AP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