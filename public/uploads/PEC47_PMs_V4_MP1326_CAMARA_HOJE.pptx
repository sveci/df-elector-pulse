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858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079224"/>
            <a:ext cx="685800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POLÍCIA MILITAR E CORPO DE BOMBEIROS · AMAPÁ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594360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5715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APROVADO HOJE — 26/03/2026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2ECC71"/>
                </a:solidFill>
                <a:latin typeface="Arial"/>
              </a:rPr>
              <a:t>MP 1.326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CÂMARA APROVA. VAI AO SENADO.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080"/>
                </a:solidFill>
                <a:latin typeface="Arial"/>
              </a:rPr>
              <a:t>24,32% de reajuste para PMs e Bombeiros dos ex-territórios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730752"/>
            <a:ext cx="41148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136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Arial"/>
              </a:rPr>
              <a:t>E a PEC 47 vem logo atrás.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080"/>
                </a:solidFill>
                <a:latin typeface="Arial"/>
              </a:rPr>
              <a:t>Dep. Federal Acácio Favacho — Relator da PEC 47 na CCJC · MDB/AP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10912"/>
            <a:ext cx="5943600" cy="66019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10912"/>
            <a:ext cx="54864" cy="66019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3892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O QUE ACONTECEU HOJE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50992"/>
            <a:ext cx="57150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Hoje, 26 de março de 2026, a Câmara dos Deputados aprovou a Medida Provisória 1.326/2025, relatada pelo Dep. Rafael Prudente (MDB-DF).
O texto garante:
· Reajuste de 24,32% para PMs e Bombeiros dos ex-territórios (incluindo AP, RR, RO)
· Reajuste de até 28,4% para PMs e Bombeiros do DF
· Inclusão em quadros em extinção da União para quem mantinha vínculos empregatícios
· Isonomia salarial para professores pioneiros
Agora a MP segue ao Senado para aprovação final.
E a PEC 47/2023 — relatada pelo Dep. Acácio Favacho na CCJC — vai completar o que a MP começou: o reconhecimento permanente e constitucional do vínculo federal de vocês.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Arial"/>
              </a:rPr>
              <a:t>MP 1.326 — APROVADA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O que entrou no texto
que interessa a vocês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1993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REAJUSTE PARA OS EX-TERRITÓRIOS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715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24,32% no total — dividido em duas parcelas:
· 11,5% em dezembro de 2025 (já pago)
· 11,5% em janeiro de 2026 (já pago)
Amapá, Roraima e Rondônia — todos incluídos.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33087"/>
            <a:ext cx="5943600" cy="18745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133087"/>
            <a:ext cx="5943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33087"/>
            <a:ext cx="54864" cy="1874519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20624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QUADROS EM EXTINÇÃO DA UNIÃO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663440"/>
            <a:ext cx="57150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Rafael Prudente incluiu na MP a inclusão de servidores dos ex-territórios em quadros em extinção da União — reconhecendo o vínculo empregatício. Isso era exatamente o que a PEC 47 busca em nível constitucional. A MP faz parte do caminho.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080759"/>
            <a:ext cx="5943600" cy="18745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080759"/>
            <a:ext cx="5943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080759"/>
            <a:ext cx="54864" cy="1874519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15391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ISONOMIA PARA PROFESSORES PIONEIROS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611112"/>
            <a:ext cx="57150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Garantida a isonomia salarial para professores que atuaram nos ex-territórios federais. Mais uma demanda histórica atendida.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8028431"/>
            <a:ext cx="5943600" cy="18745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8028431"/>
            <a:ext cx="59436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8028431"/>
            <a:ext cx="54864" cy="1874519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8101583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PARA O DF — E VALE SABER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8558784"/>
            <a:ext cx="57150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PMs e Bombeiros do DF: reajuste entre 19,6% e 28,4%. Soldado de 1ª classe: 31%. Cabo: 30%. Impacto orçamentário de R$3 bilhões a partir de 2026.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9976104"/>
            <a:ext cx="5943600" cy="18745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9976104"/>
            <a:ext cx="5943600" cy="36576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9976104"/>
            <a:ext cx="54864" cy="1874519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1004925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C38"/>
                </a:solidFill>
                <a:latin typeface="Arial"/>
              </a:rPr>
              <a:t>O QUE AINDA FALTA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0506456"/>
            <a:ext cx="57150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 MP foi aprovada na Câmara. Agora precisa ser aprovada no Senado. Tem prazo: se não for aprovada até maio de 2026, perde validade. E a PEC 47 — o reconhecimento permanente — ainda precisa de 308 votos na Câmara.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MP 1.326 × PEC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Dois instrumentos.
Os dois importam.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6420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4800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MP 1.326/2025 — APROVADA HOJE NA CÂMARA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Relator: Rafael Prudente (MDB-DF)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80944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O que é: Medida Provisória do Governo Federal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8415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O que garante: reajuste salarial de 24,32% para ex-territórios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75887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Status: aprovada na Câmara → vai ao Senado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23359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Prazo: precisa ser aprovada no Senado até maio/2026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70831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Ponto fraco: é temporária — pode não ser renovada no futuro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18303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  · Ponto forte: inclui quadros em extinção da União + isonomia professores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995160"/>
            <a:ext cx="5943600" cy="4800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995160"/>
            <a:ext cx="5943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995160"/>
            <a:ext cx="54864" cy="4800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7086600"/>
            <a:ext cx="5715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00"/>
                </a:solidFill>
                <a:latin typeface="Arial"/>
              </a:rPr>
              <a:t>PEC 47/2023 — NA CCJC DA CÂMARA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758952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Relator: Acácio Favacho (MDB-AP) — nomeado em 06/03/2026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797356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O que é: Proposta de Emenda Constitucional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35761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O que garante: reconhecimento constitucional do vínculo federal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8741664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Status: na CCJC → Acácio elabora o parecer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912571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  · Precisa de: 308 votos na Câmara em 2 turnos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950976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  · Ponto forte: emenda constitucional — PERMANENTE. Ninguém revoga.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989380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  · A diferença: a PEC é a proteção definitiva que a MP não consegue dar.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ANTES × DEPOIS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O que era. O que está mudando.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8132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47088"/>
            <a:ext cx="594360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47088"/>
            <a:ext cx="5943600" cy="36576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8366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C38"/>
                </a:solidFill>
                <a:latin typeface="Arial"/>
              </a:rPr>
              <a:t>SEM AS MUDANÇAS — A REALIDADE ANTERIOR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04288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Vínculo federal mal reconhecido — insegurança jurídica constante.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70632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34640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Salários defasados sem mecanismo de recomposição garantido.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00984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00984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364992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Direitos previdenciários diferenciados dos colegas de outros estados.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31336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895344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Disputas judiciais que se arrastam por anos.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61688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61688"/>
            <a:ext cx="36576" cy="47548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425696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✗  Décadas de luta sem resultado permanente.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5943600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5943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06577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Arial"/>
              </a:rPr>
              <a:t>COM A MP + PEC — O QUE ESTÁ MUDANDO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58968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458968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522976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MP aprovada hoje: 24,32% de reajuste para ex-territórios — já pago!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9320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53328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Inclusão em quadros em extinção da União incluída na MP.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519672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6519672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83680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Isonomia salarial para professores pioneiros garantida.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7050024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7050024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7114032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Promoção ao posto superior na passagem para reserva.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7580376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7580376"/>
            <a:ext cx="36576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7644384"/>
            <a:ext cx="5779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  ✓  PEC 47 em andamento: reconhecimento constitucional definitivo.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O PAPEL DO DEP. ACÁCIO FAVACHO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Por que ele é a peça-chave
da PEC 47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6420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16276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RELATOR NA CCJC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Câmara dos Deputados · Nomeado em 06/03/2026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4436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Se ele apresentar parecer favorável → PEC vai a plenário → pode ser votada.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22191"/>
            <a:ext cx="594360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54864" cy="24688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877055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O QUE ELE FAZ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97679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Elabora o parecer técnico da PEC 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73167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Negocia o texto para superar o obstáculo dos R$8B de impacto fiscal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248655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Articula 308 votos com deputados de todos os estados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724144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Leva a voz dos PMs e Bombeiros do Amapá para dentro da CCJC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64224"/>
            <a:ext cx="594360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364224"/>
            <a:ext cx="54864" cy="2468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41908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JÁ FEZ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839712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Apoiou a MP 1.326 — que traz os quadros em extinção da União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7315200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Reunião com Câmara Municipal de Macapá em mar/2026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7790688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Reunião com PMs e Bombeiros em 26/03/2026 (hoje!)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8266176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Sessão solene na Câmara em 05/03/2026 com Davi Alcolumbre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8906256"/>
            <a:ext cx="594360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8906256"/>
            <a:ext cx="54864" cy="246888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896112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80"/>
                </a:solidFill>
                <a:latin typeface="Arial"/>
              </a:rPr>
              <a:t>AINDA PRECISA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381744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Construir parecer que responda ao custo de R$8B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9857232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Conquistar 308 votos em 2 turnos no plenário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10332720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Garantir inclusão na pauta com Hugo Motta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10808208"/>
            <a:ext cx="5559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Manter a mobilização durante toda a tramitação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OS NÚMEROS QUE IMPORTAM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A situação real
em seis números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6420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93392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54864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66544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ECC71"/>
                </a:solidFill>
                <a:latin typeface="Arial"/>
              </a:rPr>
              <a:t>24,32%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5351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de reajuste para PMs/Bombeiros dos ex-territórios — aprovado hoje na Câmara.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39312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39312"/>
            <a:ext cx="54864" cy="157276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712464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B00"/>
                </a:solidFill>
                <a:latin typeface="Arial"/>
              </a:rPr>
              <a:t>308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59943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votos necessários na Câmara para aprovar a PEC 47 em 2 turnos.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85232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285232"/>
            <a:ext cx="54864" cy="1572768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58384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D080"/>
                </a:solidFill>
                <a:latin typeface="Arial"/>
              </a:rPr>
              <a:t>R$3B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24535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impacto orçamentário da MP a partir de 2026.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931152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931152"/>
            <a:ext cx="54864" cy="1572768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7004304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3C38"/>
                </a:solidFill>
                <a:latin typeface="Arial"/>
              </a:rPr>
              <a:t>R$8B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789127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impacto estimado da PEC 47 — o maior obstáculo político.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8577072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8577072"/>
            <a:ext cx="54864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8650224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ECC71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953719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votos contra a PEC 47 no Senado. Aprovação por unanimidade.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0222992"/>
            <a:ext cx="5943600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10222992"/>
            <a:ext cx="54864" cy="157276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10296144"/>
            <a:ext cx="5715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6B00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1183112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relator da PEC 47 na CCJC. É o Acácio Favacho.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O QUE VOCÊS PODEM FAZER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A MP passou. A PEC precisa
da força de vocês.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6420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93392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Arial"/>
              </a:rPr>
              <a:t>A MP 1.326 passou na Câmara. Agora vai ao Senado — pressionar o Senado para aprovar antes de maio é urgente. E a PEC 47 precisa de 308 votos na Câmara.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07792"/>
            <a:ext cx="594360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07792"/>
            <a:ext cx="54864" cy="1783080"/>
          </a:xfrm>
          <a:prstGeom prst="rect">
            <a:avLst/>
          </a:prstGeom>
          <a:solidFill>
            <a:srgbClr val="FF3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96265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C38"/>
                </a:solidFill>
                <a:latin typeface="Arial"/>
              </a:rPr>
              <a:t>PRESSIONE O SENADO AGORA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10712"/>
            <a:ext cx="5715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 MP 1.326 precisa ser aprovada pelo Senado até maio de 2026 ou perde validade. Contate senadores do Amapá, Roraima e Rondônia pedindo aprovação urgente.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45736"/>
            <a:ext cx="594360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745736"/>
            <a:ext cx="54864" cy="17830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800599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ORGANIZE SUA CORPORAÇÃO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248655"/>
            <a:ext cx="5715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Nota de apoio à PEC 47 de cada associação chega como pressão documentada aos 308 deputados que precisam votar sim.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583679"/>
            <a:ext cx="594360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583679"/>
            <a:ext cx="54864" cy="178308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638543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80"/>
                </a:solidFill>
                <a:latin typeface="Arial"/>
              </a:rPr>
              <a:t>CONECTE OS TRÊS ESTADOS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7086599"/>
            <a:ext cx="5715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PMs e Bombeiros do Amapá + Roraima + Rondônia unidos criam pressão que um deputado sozinho não consegue.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8421624"/>
            <a:ext cx="594360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8421624"/>
            <a:ext cx="54864" cy="1783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847648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CONTE SUA HISTÓRIA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924544"/>
            <a:ext cx="5715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Acácio precisa de dados: quantos são afetados, quais direitos negados. Isso fortalece o parecer da PEC 47.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0259567"/>
            <a:ext cx="594360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0259567"/>
            <a:ext cx="54864" cy="1783080"/>
          </a:xfrm>
          <a:prstGeom prst="rect">
            <a:avLst/>
          </a:prstGeom>
          <a:solidFill>
            <a:srgbClr val="3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1031443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9EFF"/>
                </a:solidFill>
                <a:latin typeface="Arial"/>
              </a:rPr>
              <a:t>ESTEJA PRESENTE EM BRASÍLIA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10762488"/>
            <a:ext cx="5715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Quando a PEC for a plenário, representantes da tropa em Brasília enviam mensagem clara para os 308 deputados.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O QUE VEM POR AÍ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Cronograma real
com as datas de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6420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93392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54864" cy="1207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  <a:latin typeface="Arial"/>
              </a:rPr>
              <a:t>✅ Dez/Jan 25–26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21408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MP 1.326 entra em vigor. Reajuste de 24,32% pago.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55264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55264"/>
            <a:ext cx="54864" cy="1207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364992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  <a:latin typeface="Arial"/>
              </a:rPr>
              <a:t>✅ Set/2023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83280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PEC 47 aprovada no Senado por unanimidade.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17136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17136"/>
            <a:ext cx="54864" cy="1207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26864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45152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  <a:latin typeface="Arial"/>
              </a:rPr>
              <a:t>✅ Mar/2026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45152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Acácio nomeado relator da PEC 47 na CCJC.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79008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779008"/>
            <a:ext cx="54864" cy="1207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888736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907024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  <a:latin typeface="Arial"/>
              </a:rPr>
              <a:t>✅ 26/03/2026 HOJE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907024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Câmara aprova a MP 1.326. Vai ao Senado!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7040880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7040880"/>
            <a:ext cx="54864" cy="1207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7150608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7168896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00"/>
                </a:solidFill>
                <a:latin typeface="Arial"/>
              </a:rPr>
              <a:t>⏳ Próx.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7168896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Senado analisa a MP 1.326 — precisam aprovar antes de maio.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8302752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8302752"/>
            <a:ext cx="54864" cy="1207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8412480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8430768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00"/>
                </a:solidFill>
                <a:latin typeface="Arial"/>
              </a:rPr>
              <a:t>⏳ Abr–Jun/2026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8430768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Acácio elabora parecer da PEC 47. Articulação política.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9564624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9564624"/>
            <a:ext cx="54864" cy="1207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9674352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9692640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00"/>
                </a:solidFill>
                <a:latin typeface="Arial"/>
              </a:rPr>
              <a:t>⏳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9692640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Votação do parecer na CCJC. Se aprovado, vai a plenário.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10826496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10826496"/>
            <a:ext cx="54864" cy="1207008"/>
          </a:xfrm>
          <a:prstGeom prst="rect">
            <a:avLst/>
          </a:prstGeom>
          <a:solidFill>
            <a:srgbClr val="3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10936224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10954512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9EFF"/>
                </a:solidFill>
                <a:latin typeface="Arial"/>
              </a:rPr>
              <a:t>🎯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10954512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308 votos na Câmara para a PEC 47. Meta: promulgar como EC em 2026.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12088368"/>
            <a:ext cx="5943600" cy="1207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12088368"/>
            <a:ext cx="54864" cy="1207008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12198096"/>
            <a:ext cx="987552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12216384"/>
            <a:ext cx="932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080"/>
                </a:solidFill>
                <a:latin typeface="Arial"/>
              </a:rPr>
              <a:t>⚠ RISCO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12216384"/>
            <a:ext cx="45537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MP vence em maio se o Senado não aprovar. PEC precisa de R$8B justificados.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34088"/>
            <a:ext cx="6858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Arial"/>
              </a:rPr>
              <a:t>ACÁCIO FAVACHO · MDB/AP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87552"/>
            <a:ext cx="5943600" cy="43159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54864" cy="431596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1556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Arial"/>
              </a:rPr>
              <a:t>Para cada PM e Bombeiro do Amapá: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5715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Arial"/>
              </a:rPr>
              <a:t>"Hoje foi um dia importante.
A MP 1.326 foi aprovada na Câmara. Rafael Prudente incluiu os pleitos dos ex-territórios. O reajuste de 24,32% que vocês merecem foi confirmado.
Mas a MP é temporária. Pode ser revogada.
A PEC 47 é o que garante de verdade — em Emenda Constitucional, para sempre. E eu estou relatando essa PEC.
Meu compromisso: trabalhar para que a PEC seja aprovada. Para que vocês tenham o reconhecimento permanente que sempre merecerem.
Podem contar comigo."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504688"/>
            <a:ext cx="411480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875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00"/>
                </a:solidFill>
                <a:latin typeface="Arial"/>
              </a:rPr>
              <a:t>Dep. Federal Acácio Favacho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5332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080"/>
                </a:solidFill>
                <a:latin typeface="Arial"/>
              </a:rPr>
              <a:t>Relator da PEC 47/2023 · CCJC · MDB/AP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784848"/>
            <a:ext cx="5943600" cy="48280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784848"/>
            <a:ext cx="54864" cy="4828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90372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Arial"/>
              </a:rPr>
              <a:t>RESUMO EM 30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7379208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MP 1.326 aprovada hoje na Câmara. 24,32% de reajuste para ex-territórios.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854696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Rafael Prudente incluiu quadros em extinção da União e isonomia para professores.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8330183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MP ainda precisa do Senado antes de maio de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796528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PEC 47 reconhece o vínculo federal em Emenda Constitucional — permanente.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9272016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Acácio Favacho é o relator da PEC 47 na CCJC da Câmara.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9738360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Faltam 308 votos em 2 turnos para aprovar a PEC.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0213848"/>
            <a:ext cx="5596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· O que você pode fazer: organizar, pressionar Senado, estar presente.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17774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JAM 360 IA | MegaDreams Digital | Dep. Federal Acácio Favacho · MDB/AP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Arial"/>
              </a:rPr>
              <a:t>O DETALHE MAIS IMPORTANTE DA 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O que Rafael Prudente
mais importante adicionou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55648"/>
            <a:ext cx="41148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5943600" cy="3493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5943600" cy="45720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QUADROS EM EXTINÇÃO DA UNIÃO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7150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Rafael Prudente incluiu na MP uma medida histórica:
"Servidores dos ex-territórios que mantinham vínculos empregatícios são incluídos em quadros em extinção da União."
Em linguagem simples: o Estado reconhece que vocês eram servidores da União. Que o vínculo existia. Que a transição de 1991 criou uma injustiça — e que agora ela começa a ser corrigida.
A MP faz isso via legislação ordinária. A PEC 47 vai fazer isso em nível constitucional — para sempre.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87568"/>
            <a:ext cx="5943600" cy="8046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687568"/>
            <a:ext cx="54864" cy="804672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80644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80"/>
                </a:solidFill>
                <a:latin typeface="Arial"/>
              </a:rPr>
              <a:t>POR QUE ISSO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199632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Arial"/>
              </a:rPr>
              <a:t>A MP abre o caminho. A PEC fecha a porta para que ninguém possa revogar.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656832"/>
            <a:ext cx="5943600" cy="4919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656832"/>
            <a:ext cx="54864" cy="4919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78484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Arial"/>
              </a:rPr>
              <a:t>OS DOIS INSTRUMENTOS SE COMPLEMENTAM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7269480"/>
            <a:ext cx="57150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Arial"/>
              </a:rPr>
              <a:t>MP 1.326 (Rafael Prudente):
· Reajuste salarial de 24,32%
· Inclusão em quadros em extinção da União
· Isonomia para professores pioneiros
· Vigência: precisa ser renovada pelo Congresso
PEC 47 (Acácio Favacho):
· Reconhecimento constitucional do vínculo federal
· Equiparação definitiva de direitos
· Segurança jurídica permanente
· Vigência: para sempre — Emenda Constitucional
Juntos, os dois fazem o trabalho completo.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17774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Arial"/>
              </a:rPr>
              <a:t>JAM 360 IA | MegaDreams Digital | Dep. Federal Acácio Favacho · MDB/AP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841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